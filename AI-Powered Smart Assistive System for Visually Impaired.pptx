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1"/>
  </p:sldMasterIdLst>
  <p:notesMasterIdLst>
    <p:notesMasterId r:id="rId14"/>
  </p:notesMasterIdLst>
  <p:sldIdLst>
    <p:sldId id="411" r:id="rId2"/>
    <p:sldId id="257" r:id="rId3"/>
    <p:sldId id="258" r:id="rId4"/>
    <p:sldId id="261" r:id="rId5"/>
    <p:sldId id="260" r:id="rId6"/>
    <p:sldId id="413" r:id="rId7"/>
    <p:sldId id="412" r:id="rId8"/>
    <p:sldId id="259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181A9-AAAC-48B9-9854-F3813AF3A7E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02675-C0DA-46FA-A4D5-32586EE1A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9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2675-C0DA-46FA-A4D5-32586EE1A65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46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A0AC-F4B3-DCEE-9290-FC73C3706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9F722-CC66-9EF3-A2B3-D7E5123E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5C6E7-D3B9-995B-7B46-E7FF2645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B78B8-F535-D2DD-5637-18A87E43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C8D0-7C0F-3D3D-ED51-25453AB6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63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5CCF-E7DC-151A-9D9C-536D1122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704B-427C-CC29-9B00-1A4D860B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94E23-2409-8F43-8DAE-17024A02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6D4A7-072B-EE8E-1117-B22195C3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CBC2-B41E-F262-E88F-F93244D3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6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1327-3BFB-5073-8FD6-AA988FFC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E868A-2797-C801-5AFA-9B13676D1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38035-6C64-22E5-59F1-455001F6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737F-F083-14D8-89E7-735B3504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66E0-ADB1-D29A-D352-7BCB006F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08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EB0B-F27D-0C73-3E2C-C9E7C087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F41A1-8672-2D69-110E-E6BFC5EF5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B13D5-7F51-8EE8-329A-F1772B31D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4FFC4-4E33-6C16-BAFC-81EC34E0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49C5-DC8C-6FE9-AD0D-2973B745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3D2B5-5F7C-B3EA-65F7-CDF753C6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70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A969-07A0-EE53-F5A9-0344E792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80D13-3970-6951-2AD0-9655F8D37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F7095-E77A-11B9-457A-B48254437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CE6FD-4961-7126-8400-23351970F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62003-91B2-9F49-112C-919BDE6A8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0190F-DC1A-EB31-1D98-3847D216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4C09E-7C0F-AB43-EF7D-2D4CB36A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7DF4E-2375-3077-A55B-8D659F9B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8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79CB-AE20-8341-3219-DCE18AB4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12986-FF89-ACB4-B3EC-E626FC43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92E0-1757-BA2E-D037-C7545AA5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67AFB-2594-B8D8-00D8-734CDF0A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88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327AA-7DAB-1E1C-F194-04F91E48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2797C-38D7-9A53-959E-171A2116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4C1FF-1190-315E-9739-C57DDDE9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6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A6AC-8418-C96D-871E-79B9B4F0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E884-E9E8-84FA-DC14-E4B124664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05F19-F6F8-9B54-5E3F-75404E67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F765B-1D8F-6711-0896-E243644D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5CECA-E6CE-D92C-A325-9C7B1BA3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6854F-1B0D-5BD6-CF8B-3ABA067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0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D6C0-484A-1745-ED4F-E2496567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0BFA4-92B8-44B0-0A94-1CE43D597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56D59-B4AF-FECE-4FF8-20DADFBB1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4C897-6589-3130-915A-74D9E39F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55DF1-8845-47FB-DA4E-480CDB02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6535B-D7A3-C8C0-8652-53F10503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7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D126-68F8-12C4-1223-F74B1D3AB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16853-DA25-B551-55C4-3417DAEF3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EE86E-48F3-8BE1-95C3-AEE2D188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94A1-C709-5B4F-0BB4-B2431D08F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8365B-892A-860D-00B9-990BB9B4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DF13E-FD35-6835-B125-893F91C14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F8903-988D-82E4-E6F1-FDF1BF6A2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A8C8-E5BA-51CC-59D1-8D0694A7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040E3-24F5-959A-53AF-A34AC9B8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0B1B-AB17-8643-3442-F05FDD3B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6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9625E-C3FC-5781-D747-61A563B4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DFF90-B4A6-119C-A188-CF807222E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D217B-FB2D-ABDD-60F8-8BF180B1D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01AF-CCF7-4BC5-8952-8FA7910A9D09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6533C-A2AC-7A71-63C2-92F7CB28E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CA60D-79FA-926C-7361-06559D3B0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569F5-ACF6-4053-9A37-9B1CD2F5C0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33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44EEF-7933-B63B-9103-0B695624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658FB-D34C-3808-A10E-B29C8DD7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7" y="500221"/>
            <a:ext cx="10758506" cy="1195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BC40E5-33E4-9B1B-56F5-9132B6443DB8}"/>
              </a:ext>
            </a:extLst>
          </p:cNvPr>
          <p:cNvSpPr txBox="1"/>
          <p:nvPr/>
        </p:nvSpPr>
        <p:spPr>
          <a:xfrm>
            <a:off x="716748" y="2184400"/>
            <a:ext cx="10758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+mj-lt"/>
              </a:rPr>
              <a:t>AI-Powered Smart Assistive System for Visually Impaired Individuals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E9A94-D1EA-1D24-2354-201D07A7DD7B}"/>
              </a:ext>
            </a:extLst>
          </p:cNvPr>
          <p:cNvSpPr txBox="1"/>
          <p:nvPr/>
        </p:nvSpPr>
        <p:spPr>
          <a:xfrm>
            <a:off x="716743" y="3576320"/>
            <a:ext cx="4983013" cy="267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PROJECT GUIDE</a:t>
            </a:r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        Mr. K. Prakash , M.E.,(</a:t>
            </a:r>
            <a:r>
              <a:rPr lang="en-IN" dirty="0" err="1"/>
              <a:t>Ph.D</a:t>
            </a:r>
            <a:r>
              <a:rPr lang="en-IN" dirty="0"/>
              <a:t>),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Assistant Professor,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Department of CSE,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Government College of Engineering,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Dharmapuri.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08D56-63D4-9B5D-09F3-58CFE6BE55AA}"/>
              </a:ext>
            </a:extLst>
          </p:cNvPr>
          <p:cNvSpPr txBox="1"/>
          <p:nvPr/>
        </p:nvSpPr>
        <p:spPr>
          <a:xfrm>
            <a:off x="6096001" y="3576320"/>
            <a:ext cx="5379256" cy="2263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MEMBERS</a:t>
            </a:r>
          </a:p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/>
              <a:t>               DINESH S     	(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613523104008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       KALIAPPAN                  (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613523104018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       MOHAMED RAFIQ I	(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613523104027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       VISHAL N     	(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613523104051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231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7529-5184-D1A4-7231-EC95C8E6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F5CA-0772-EC55-93BF-79D93339A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INTRODUCTION</a:t>
            </a:r>
            <a:endParaRPr lang="en-US" dirty="0"/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</a:t>
            </a:r>
            <a:endParaRPr lang="en-US" dirty="0"/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LITERATURE REVIEW (EXISTING SYSTEM)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BASE PAPER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/>
              <a:t>RESEARCH GAP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PROPOSED APPROACH</a:t>
            </a:r>
            <a:endParaRPr lang="en-US" dirty="0"/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SCOPE</a:t>
            </a:r>
            <a:endParaRPr lang="en-US" dirty="0"/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NOVELTY IN PROJECT</a:t>
            </a:r>
            <a:endParaRPr lang="en-US" dirty="0"/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REFERENCES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75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4B1D-C3D7-0FA7-A196-1B3CF6F8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CEE66-AD04-EACC-5E15-3A8FEA77F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Visual impairment presents a number of challenges to the individual, including difficulties with independent navigation and awareness of one’s surroundings.</a:t>
            </a:r>
          </a:p>
          <a:p>
            <a:r>
              <a:rPr lang="en-US" dirty="0"/>
              <a:t>While traditional mobility aids such as white canes and guide dogs can offer some limited assistance, they do not provide the user with rich contextual information about their environment.</a:t>
            </a:r>
          </a:p>
          <a:p>
            <a:r>
              <a:rPr lang="en-US" dirty="0"/>
              <a:t>Computer vision has the potential to offer significantly more than basic mobility, including real-time object detection and tracking, scene segmentation and reconstruction, and audio assistance.</a:t>
            </a:r>
          </a:p>
          <a:p>
            <a:r>
              <a:rPr lang="en-US" dirty="0"/>
              <a:t>However, current computer vision solutions are either reliant on specialized and expensive hardware or offer only very limited functionality such as basic obstacle detection and avoidance.</a:t>
            </a:r>
          </a:p>
          <a:p>
            <a:r>
              <a:rPr lang="en-US" dirty="0"/>
              <a:t>The proposed project would offer a mobile computer vision-based assistance companion that would allow the user to navigate their environment, track valuable objects, describe and understand their environment, offer managerial and conversational capabilities,</a:t>
            </a:r>
          </a:p>
          <a:p>
            <a:r>
              <a:rPr lang="en-US" dirty="0"/>
              <a:t>and provide emergency SOS assistance in a personalized manner.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12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4F88-63B9-D938-7242-EFF9A4A8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AF81-F4B1-4399-B9FC-3BD4778E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main idea is to design an AI-assisted application that runs on a user’s smartphone and employs its camera to provide real-time assistance to the visually impaired.</a:t>
            </a:r>
          </a:p>
          <a:p>
            <a:r>
              <a:rPr lang="en-US" dirty="0"/>
              <a:t>The application should be able to provide navigation and obstacle recognition functions that can detect potential hazards and their movement patterns, issuing auditory warnings to the user.</a:t>
            </a:r>
          </a:p>
          <a:p>
            <a:r>
              <a:rPr lang="en-US" dirty="0"/>
              <a:t>The developed system should offer scene or context understanding that can recognize objects and describe the user’s surroundings.</a:t>
            </a:r>
          </a:p>
          <a:p>
            <a:r>
              <a:rPr lang="en-US" dirty="0"/>
              <a:t>The AI application should offer visual memory functionality that can store details about the user’s belongings and allow recalling information about their location.</a:t>
            </a:r>
          </a:p>
          <a:p>
            <a:r>
              <a:rPr lang="en-US" dirty="0"/>
              <a:t>The designed system should leverage conversational, managerial, and emergency AI to enable it to communicate with the user, manage its features, prioritize tasks, and offer emergency assistance, respectively.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30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6CFB-A9EA-798E-BE51-18A10EB1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LITERATURE REVIEW (EXISTING SYSTEM)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64896E-2005-9BF1-7570-FC84354AB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369590"/>
              </p:ext>
            </p:extLst>
          </p:nvPr>
        </p:nvGraphicFramePr>
        <p:xfrm>
          <a:off x="838200" y="1759974"/>
          <a:ext cx="10822858" cy="44736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2483">
                  <a:extLst>
                    <a:ext uri="{9D8B030D-6E8A-4147-A177-3AD203B41FA5}">
                      <a16:colId xmlns:a16="http://schemas.microsoft.com/office/drawing/2014/main" val="993849399"/>
                    </a:ext>
                  </a:extLst>
                </a:gridCol>
                <a:gridCol w="3041596">
                  <a:extLst>
                    <a:ext uri="{9D8B030D-6E8A-4147-A177-3AD203B41FA5}">
                      <a16:colId xmlns:a16="http://schemas.microsoft.com/office/drawing/2014/main" val="1890818655"/>
                    </a:ext>
                  </a:extLst>
                </a:gridCol>
                <a:gridCol w="3134897">
                  <a:extLst>
                    <a:ext uri="{9D8B030D-6E8A-4147-A177-3AD203B41FA5}">
                      <a16:colId xmlns:a16="http://schemas.microsoft.com/office/drawing/2014/main" val="3688692492"/>
                    </a:ext>
                  </a:extLst>
                </a:gridCol>
                <a:gridCol w="4123882">
                  <a:extLst>
                    <a:ext uri="{9D8B030D-6E8A-4147-A177-3AD203B41FA5}">
                      <a16:colId xmlns:a16="http://schemas.microsoft.com/office/drawing/2014/main" val="3756035463"/>
                    </a:ext>
                  </a:extLst>
                </a:gridCol>
              </a:tblGrid>
              <a:tr h="8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S.NO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RESEARCH PAPER TITLE &amp; REFERENCE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USED METHODS / TECHNIQUES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ATTRIBUTES / PERFORMANCE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3356031"/>
                  </a:ext>
                </a:extLst>
              </a:tr>
              <a:tr h="7630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YOLO + Optical Flow for Assistive Navigation – Dubey et al.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YOLO, Optical Flow, Voice Feedback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Real-time feedback; lacks motion differentiation &amp; ego-motion compensation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4897924"/>
                  </a:ext>
                </a:extLst>
              </a:tr>
              <a:tr h="7181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Mobile Computer Vision System – Bastidas-Guacho et al.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YOLO, Auditory &amp; Haptic Feedback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mAP: 0.42; no motion-aware processing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0119240"/>
                  </a:ext>
                </a:extLst>
              </a:tr>
              <a:tr h="67329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PathFinder</a:t>
                      </a:r>
                      <a:r>
                        <a:rPr lang="en-IN" sz="1100" u="none" strike="noStrike" dirty="0">
                          <a:effectLst/>
                        </a:rPr>
                        <a:t> – Das et al.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VLM, LLM, Monocular Depth, DFS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Indoor/outdoor navigation; computationally intensive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20004502"/>
                  </a:ext>
                </a:extLst>
              </a:tr>
              <a:tr h="8079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Wearable IoT Object Detection – Noor et al.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Raspberry Pi 4, YOLOv11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Accuracy: 99.07%; limited to indoor furniture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38949936"/>
                  </a:ext>
                </a:extLst>
              </a:tr>
              <a:tr h="67329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ECEHLY-V2 – Jemin &amp; Sasikumar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YOLO-Fastest V2, Elk Herd Optimization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Accuracy: 99.8%; no ego-motion compensation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721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04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EF65-C1DF-F3FD-5431-C8045FF9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2B2A-355C-0712-A1DD-BC21447A7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Base Paper: Real Time Obstacle Detection and Motion Analysis for the Visually Handicapped Using Audio Feedback</a:t>
            </a:r>
          </a:p>
          <a:p>
            <a:pPr marL="0" indent="0">
              <a:buNone/>
            </a:pPr>
            <a:r>
              <a:rPr lang="en-US" dirty="0"/>
              <a:t>The system utilizes a single monocular camera to perceive the environment around the user in real-time.</a:t>
            </a:r>
          </a:p>
          <a:p>
            <a:pPr marL="0" indent="0">
              <a:buNone/>
            </a:pPr>
            <a:r>
              <a:rPr lang="en-US" dirty="0"/>
              <a:t>The paper employs YOLOv8n for object detection and recognition of obstacles.</a:t>
            </a:r>
          </a:p>
          <a:p>
            <a:pPr marL="0" indent="0">
              <a:buNone/>
            </a:pPr>
            <a:r>
              <a:rPr lang="en-US" dirty="0"/>
              <a:t>The system analyzes optical flow, motion, and ego-motion compensation to differentiate between moving obstacles and camera movements.</a:t>
            </a:r>
          </a:p>
          <a:p>
            <a:pPr marL="0" indent="0">
              <a:buNone/>
            </a:pPr>
            <a:r>
              <a:rPr lang="en-US" dirty="0"/>
              <a:t>The system provides audio feedback to the user, notifying about the presence of obstacles and their motion.</a:t>
            </a:r>
          </a:p>
          <a:p>
            <a:pPr marL="0" indent="0">
              <a:buNone/>
            </a:pPr>
            <a:r>
              <a:rPr lang="en-US" dirty="0"/>
              <a:t>In addition, it operates in real-time without requiring LiDAR, stereo vision, or other particular equipment.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55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FE42-90A4-163C-05C9-BBFA2266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F63E-C18D-FFEA-ED89-E680AFFC2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As mentioned previously most systems are focused on avoiding obstacles and navigating through environments, but they lack information in other areas</a:t>
            </a:r>
          </a:p>
          <a:p>
            <a:pPr lvl="0"/>
            <a:r>
              <a:rPr lang="en-US" dirty="0"/>
              <a:t>Users require context on what is going on in an area to understand and identify their surroundings,</a:t>
            </a:r>
          </a:p>
          <a:p>
            <a:pPr lvl="0"/>
            <a:r>
              <a:rPr lang="en-US" dirty="0"/>
              <a:t>so we believe there should be a more natural method of communication to allow asking and answering of questions about the environment.</a:t>
            </a:r>
          </a:p>
          <a:p>
            <a:pPr lvl="0"/>
            <a:r>
              <a:rPr lang="en-US" dirty="0"/>
              <a:t>Additionally the use of an AI system could reach into other areas of daily life to help with retrieving lost items</a:t>
            </a:r>
          </a:p>
          <a:p>
            <a:pPr lvl="0"/>
            <a:r>
              <a:rPr lang="en-US" dirty="0"/>
              <a:t>We think that a mobile application with built-in artificial intelligence would be the perfect way to combine all of these ideas and create something that could navigate through environments, have a better grasp of the world around it, talk to the user in a more natural way, and even help ensure their safety in the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06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F104-C325-8FD3-2FBA-D646FABE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PROPOSED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12BE2-C7AC-2EEF-2443-32BFBC46F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dirty="0"/>
              <a:t>Mobile AI Assistant: Develop a solution making use of the smartphone’s camera, microphone, and loudspeaker to deliver visual, mobile assistance in real-time.</a:t>
            </a:r>
          </a:p>
          <a:p>
            <a:pPr marL="0" lvl="0" indent="0">
              <a:buNone/>
            </a:pPr>
            <a:r>
              <a:rPr lang="en-US" dirty="0"/>
              <a:t>Intelligent Navigation: Build upon the existing capability of the paper and develop an object detection, motion recognition, and audio prompt based navigation assistance to support better independent mobility.</a:t>
            </a:r>
          </a:p>
          <a:p>
            <a:pPr marL="0" lvl="0" indent="0">
              <a:buNone/>
            </a:pPr>
            <a:r>
              <a:rPr lang="en-US" dirty="0"/>
              <a:t>Environmental Understanding: Leverage computer vision-based scene segmentation and object detection capabilities to enable scene description, thereby providing richer environmental perception and awareness.</a:t>
            </a:r>
          </a:p>
          <a:p>
            <a:pPr marL="0" lvl="0" indent="0">
              <a:buNone/>
            </a:pPr>
            <a:r>
              <a:rPr lang="en-US" dirty="0"/>
              <a:t>Voice Assistant: Build a voice assistant that allows the user to ask questions pertaining to the surroundings and delivers answers in a natural-sounding manner.</a:t>
            </a:r>
          </a:p>
          <a:p>
            <a:pPr marL="0" lvl="0" indent="0">
              <a:buNone/>
            </a:pPr>
            <a:r>
              <a:rPr lang="en-US" dirty="0"/>
              <a:t>Optional Important-Object Tracking: Provide an optional important-object tracking feature and an emergency </a:t>
            </a:r>
            <a:r>
              <a:rPr lang="en-US" dirty="0" err="1"/>
              <a:t>sos</a:t>
            </a:r>
            <a:r>
              <a:rPr lang="en-US" dirty="0"/>
              <a:t> feature that can assist the user in managing day-to-day tasks and seek assistance whenever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07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29C1-E6D0-3C9A-04E1-D2664580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3A09-01F5-1BC9-011F-68077E58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Improving independent mobility by helping users navigate unfamiliar environments, avoiding obstacles and identifying moving objects</a:t>
            </a:r>
          </a:p>
          <a:p>
            <a:r>
              <a:rPr lang="en-US" dirty="0"/>
              <a:t>Become more aware of their surroundings by giving verbal descriptions of people, objects or locations of interest in the user’s environment</a:t>
            </a:r>
          </a:p>
          <a:p>
            <a:r>
              <a:rPr lang="en-US" dirty="0"/>
              <a:t>Getting assistance to find important objects such as keys, a wallet, a bag or medication.</a:t>
            </a:r>
          </a:p>
          <a:p>
            <a:r>
              <a:rPr lang="en-US" dirty="0"/>
              <a:t>The ability to converse with the wearable assistant and ask questions about the environment.</a:t>
            </a:r>
          </a:p>
          <a:p>
            <a:r>
              <a:rPr lang="en-US" dirty="0"/>
              <a:t>The ability to improve personal safety by focusing attention on potential dangers and offering an emergency SOS functionality to request help when needed.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717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79AE-BC24-8DFC-B54D-02D89870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NOVELTY IN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A5EA-DE46-E546-D91E-31003BEDD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Mobile-first assistive AI that consolidates several functionality types in one phone-based device.</a:t>
            </a:r>
          </a:p>
          <a:p>
            <a:r>
              <a:rPr lang="en-US" dirty="0"/>
              <a:t>Personalized visual memory helps the user keep track of various personal belongings and access critical items like keys, wallets, bags, and medicines.</a:t>
            </a:r>
          </a:p>
          <a:p>
            <a:r>
              <a:rPr lang="en-US" dirty="0"/>
              <a:t>Scene understanding allows for richer contextualization of the user’s surroundings beyond basic object identification.</a:t>
            </a:r>
          </a:p>
          <a:p>
            <a:r>
              <a:rPr lang="en-US" dirty="0"/>
              <a:t>Conversational and managerial AI functions to comprehend and execute verbal instructions and prioritize critical features like the emergency SOS mode.</a:t>
            </a:r>
          </a:p>
          <a:p>
            <a:r>
              <a:rPr lang="en-US" dirty="0"/>
              <a:t>Synchronized location tracking and dynamic avoidance of obstacles combined with an emergency SOS function to get critical help when needed.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24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BE35-E6F4-FD15-B274-FBC9B1B4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3B17-FB58-EA58-CDFF-F36E236D3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64306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S. Shanker and R. </a:t>
            </a:r>
            <a:r>
              <a:rPr lang="en-IN" dirty="0" err="1"/>
              <a:t>Radhu</a:t>
            </a:r>
            <a:r>
              <a:rPr lang="en-IN" dirty="0"/>
              <a:t> Krishna, </a:t>
            </a:r>
            <a:r>
              <a:rPr lang="en-IN" sz="2600" i="1" dirty="0"/>
              <a:t>Real-Time Obstacle Detection and Motion Analysis for Visually Impaired Navigation With Audio Feedback</a:t>
            </a:r>
            <a:r>
              <a:rPr lang="en-IN" dirty="0"/>
              <a:t>, IEEE Access, 2026.</a:t>
            </a:r>
          </a:p>
          <a:p>
            <a:r>
              <a:rPr lang="en-IN" dirty="0"/>
              <a:t>G. K. Bastidas-Guacho et al., </a:t>
            </a:r>
            <a:r>
              <a:rPr lang="en-IN" sz="2600" i="1" dirty="0"/>
              <a:t>Computer Vision-Based Obstacle Detection Mobile System for Visually Impaired Individuals</a:t>
            </a:r>
            <a:r>
              <a:rPr lang="en-IN" dirty="0"/>
              <a:t>, MTI, 2025.</a:t>
            </a:r>
          </a:p>
          <a:p>
            <a:r>
              <a:rPr lang="en-IN" dirty="0"/>
              <a:t>D. Das et al., </a:t>
            </a:r>
            <a:r>
              <a:rPr lang="en-IN" sz="2600" i="1" dirty="0"/>
              <a:t>Real-Time Assistive Navigation for the Visually Impaired: A Scalable Approach for Indoor and Outdoor Mobility</a:t>
            </a:r>
            <a:r>
              <a:rPr lang="en-IN" dirty="0"/>
              <a:t>, 2025.</a:t>
            </a:r>
          </a:p>
          <a:p>
            <a:r>
              <a:rPr lang="en-IN" dirty="0"/>
              <a:t>S. Dubey et al., </a:t>
            </a:r>
            <a:r>
              <a:rPr lang="en-IN" sz="2600" i="1" dirty="0"/>
              <a:t>Guidance System for Visually Impaired Persons Using Deep Learning and Optical Flow</a:t>
            </a:r>
            <a:r>
              <a:rPr lang="en-IN" dirty="0"/>
              <a:t>, 2023.</a:t>
            </a:r>
          </a:p>
          <a:p>
            <a:r>
              <a:rPr lang="en-IN" dirty="0"/>
              <a:t>A. Noor et al., </a:t>
            </a:r>
            <a:r>
              <a:rPr lang="en-IN" sz="2600" i="1" dirty="0"/>
              <a:t>Towards a Real-Time Indoor Object Detection for Visually Impaired Users Using Raspberry Pi 4 and YOLOv11</a:t>
            </a:r>
            <a:r>
              <a:rPr lang="en-IN" dirty="0"/>
              <a:t>, 2025.</a:t>
            </a:r>
          </a:p>
          <a:p>
            <a:r>
              <a:rPr lang="en-IN" dirty="0"/>
              <a:t>V. M. Jemin and R. Sasikumar, </a:t>
            </a:r>
            <a:r>
              <a:rPr lang="en-IN" sz="2600" i="1" dirty="0"/>
              <a:t>An Enhanced Real-Time Framework for Visually Impaired: Obstacle Detection and Scene Perception Under Various Circumstances</a:t>
            </a:r>
            <a:r>
              <a:rPr lang="en-IN" dirty="0"/>
              <a:t>, 2025.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02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1569-9F74-B14E-EF37-EE84F15AC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279"/>
            <a:ext cx="10515600" cy="489876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0000" dirty="0"/>
          </a:p>
          <a:p>
            <a:pPr marL="0" indent="0">
              <a:buNone/>
            </a:pPr>
            <a:r>
              <a:rPr lang="en-IN" sz="10000" dirty="0"/>
              <a:t>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116317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1270</Words>
  <Application>Microsoft Office PowerPoint</Application>
  <PresentationFormat>Widescreen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Gill Sans</vt:lpstr>
      <vt:lpstr>Times New Roman</vt:lpstr>
      <vt:lpstr>Wingdings</vt:lpstr>
      <vt:lpstr>Office Theme</vt:lpstr>
      <vt:lpstr>PowerPoint Presentation</vt:lpstr>
      <vt:lpstr>Content</vt:lpstr>
      <vt:lpstr>Introduction</vt:lpstr>
      <vt:lpstr>OBJECTIVE</vt:lpstr>
      <vt:lpstr>LITERATURE REVIEW (EXISTING SYSTEM) </vt:lpstr>
      <vt:lpstr>Base Paper</vt:lpstr>
      <vt:lpstr>RESEARCH GAP</vt:lpstr>
      <vt:lpstr>PROPOSED APPROACH</vt:lpstr>
      <vt:lpstr>SCOPE</vt:lpstr>
      <vt:lpstr>NOVELTY IN PROJECT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rafiqmohamed025@gmail.com</dc:creator>
  <cp:lastModifiedBy>rafiqmohamed025@gmail.com</cp:lastModifiedBy>
  <cp:revision>4</cp:revision>
  <dcterms:created xsi:type="dcterms:W3CDTF">2026-08-08T08:37:54Z</dcterms:created>
  <dcterms:modified xsi:type="dcterms:W3CDTF">2026-08-09T14:42:39Z</dcterms:modified>
</cp:coreProperties>
</file>